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7559675" cy="10691813"/>
  <p:notesSz cx="6858000" cy="9144000"/>
  <p:embeddedFontLst>
    <p:embeddedFont>
      <p:font typeface="Space Mono" panose="020B060402020202020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0">
          <p15:clr>
            <a:srgbClr val="747775"/>
          </p15:clr>
        </p15:guide>
        <p15:guide id="2" pos="340">
          <p15:clr>
            <a:srgbClr val="747775"/>
          </p15:clr>
        </p15:guide>
        <p15:guide id="3" orient="horz" pos="31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3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23" autoAdjust="0"/>
  </p:normalViewPr>
  <p:slideViewPr>
    <p:cSldViewPr snapToGrid="0">
      <p:cViewPr>
        <p:scale>
          <a:sx n="125" d="100"/>
          <a:sy n="125" d="100"/>
        </p:scale>
        <p:origin x="1818" y="-2778"/>
      </p:cViewPr>
      <p:guideLst>
        <p:guide pos="170"/>
        <p:guide pos="340"/>
        <p:guide orient="horz" pos="3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52b880c56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52b880c563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egankathiravanit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jegankathiravani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egan14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75"/>
            <a:ext cx="27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513053" y="355500"/>
            <a:ext cx="6820447" cy="1015800"/>
            <a:chOff x="513053" y="355500"/>
            <a:chExt cx="6820447" cy="1015800"/>
          </a:xfrm>
        </p:grpSpPr>
        <p:grpSp>
          <p:nvGrpSpPr>
            <p:cNvPr id="56" name="Google Shape;56;p13"/>
            <p:cNvGrpSpPr/>
            <p:nvPr/>
          </p:nvGrpSpPr>
          <p:grpSpPr>
            <a:xfrm>
              <a:off x="513053" y="355500"/>
              <a:ext cx="1621213" cy="1015800"/>
              <a:chOff x="513053" y="355500"/>
              <a:chExt cx="1621213" cy="1015800"/>
            </a:xfrm>
          </p:grpSpPr>
          <p:sp>
            <p:nvSpPr>
              <p:cNvPr id="57" name="Google Shape;57;p13"/>
              <p:cNvSpPr txBox="1"/>
              <p:nvPr/>
            </p:nvSpPr>
            <p:spPr>
              <a:xfrm>
                <a:off x="513053" y="355500"/>
                <a:ext cx="7833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6600">
                    <a:solidFill>
                      <a:srgbClr val="264093"/>
                    </a:solidFill>
                  </a:rPr>
                  <a:t>{</a:t>
                </a:r>
                <a:endParaRPr sz="6600">
                  <a:solidFill>
                    <a:srgbClr val="264093"/>
                  </a:solidFill>
                </a:endParaRPr>
              </a:p>
            </p:txBody>
          </p:sp>
          <p:sp>
            <p:nvSpPr>
              <p:cNvPr id="58" name="Google Shape;58;p13"/>
              <p:cNvSpPr txBox="1"/>
              <p:nvPr/>
            </p:nvSpPr>
            <p:spPr>
              <a:xfrm flipH="1">
                <a:off x="1350966" y="355500"/>
                <a:ext cx="7833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6600">
                    <a:solidFill>
                      <a:srgbClr val="264093"/>
                    </a:solidFill>
                  </a:rPr>
                  <a:t>}</a:t>
                </a:r>
                <a:endParaRPr sz="6600">
                  <a:solidFill>
                    <a:srgbClr val="34A936"/>
                  </a:solidFill>
                </a:endParaRPr>
              </a:p>
            </p:txBody>
          </p:sp>
        </p:grpSp>
        <p:sp>
          <p:nvSpPr>
            <p:cNvPr id="60" name="Google Shape;60;p13"/>
            <p:cNvSpPr txBox="1"/>
            <p:nvPr/>
          </p:nvSpPr>
          <p:spPr>
            <a:xfrm>
              <a:off x="2317800" y="451175"/>
              <a:ext cx="5015700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200" dirty="0">
                  <a:solidFill>
                    <a:srgbClr val="26409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#</a:t>
              </a:r>
              <a:r>
                <a:rPr lang="en-IN" sz="3200" dirty="0">
                  <a:solidFill>
                    <a:srgbClr val="264093"/>
                  </a:solidFill>
                  <a:latin typeface="Space Mono"/>
                  <a:ea typeface="Space Mono"/>
                  <a:cs typeface="Space Mono"/>
                  <a:sym typeface="Space Mono"/>
                </a:rPr>
                <a:t>myself</a:t>
              </a:r>
              <a:r>
                <a:rPr lang="ru" sz="3200" dirty="0">
                  <a:latin typeface="Space Mono"/>
                  <a:ea typeface="Space Mono"/>
                  <a:cs typeface="Space Mono"/>
                  <a:sym typeface="Space Mono"/>
                </a:rPr>
                <a:t> </a:t>
              </a:r>
              <a:r>
                <a:rPr lang="ru" sz="3600" dirty="0">
                  <a:latin typeface="Space Mono"/>
                  <a:ea typeface="Space Mono"/>
                  <a:cs typeface="Space Mono"/>
                  <a:sym typeface="Space Mono"/>
                </a:rPr>
                <a:t>(</a:t>
              </a:r>
              <a:r>
                <a:rPr lang="en-IN" sz="3600" dirty="0">
                  <a:solidFill>
                    <a:srgbClr val="933C8F"/>
                  </a:solidFill>
                  <a:latin typeface="Space Mono"/>
                  <a:ea typeface="Space Mono"/>
                  <a:cs typeface="Space Mono"/>
                  <a:sym typeface="Space Mono"/>
                </a:rPr>
                <a:t>Jegan</a:t>
              </a:r>
              <a:r>
                <a:rPr lang="ru" sz="3600" dirty="0">
                  <a:latin typeface="Space Mono"/>
                  <a:ea typeface="Space Mono"/>
                  <a:cs typeface="Space Mono"/>
                  <a:sym typeface="Space Mono"/>
                </a:rPr>
                <a:t>)</a:t>
              </a:r>
              <a:endParaRPr sz="3600" dirty="0"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  <p:sp>
          <p:nvSpPr>
            <p:cNvPr id="61" name="Google Shape;61;p13"/>
            <p:cNvSpPr txBox="1"/>
            <p:nvPr/>
          </p:nvSpPr>
          <p:spPr>
            <a:xfrm>
              <a:off x="2317800" y="1044175"/>
              <a:ext cx="5015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000" dirty="0">
                  <a:solidFill>
                    <a:srgbClr val="3C3C3B"/>
                  </a:solidFill>
                  <a:latin typeface="Space Mono"/>
                  <a:ea typeface="Space Mono"/>
                  <a:cs typeface="Space Mono"/>
                  <a:sym typeface="Space Mono"/>
                </a:rPr>
                <a:t>Entry level-IT Professional</a:t>
              </a:r>
              <a:endParaRPr sz="20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endParaRPr>
            </a:p>
          </p:txBody>
        </p:sp>
      </p:grpSp>
      <p:sp>
        <p:nvSpPr>
          <p:cNvPr id="62" name="Google Shape;62;p13"/>
          <p:cNvSpPr txBox="1"/>
          <p:nvPr/>
        </p:nvSpPr>
        <p:spPr>
          <a:xfrm>
            <a:off x="540000" y="1746682"/>
            <a:ext cx="501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// </a:t>
            </a:r>
            <a:r>
              <a:rPr lang="en-IN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Frontend Developer-Programmer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// </a:t>
            </a:r>
            <a:r>
              <a:rPr lang="en-IN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M: </a:t>
            </a:r>
            <a:r>
              <a:rPr lang="en-IN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jegankathiravanit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IN" dirty="0" err="1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gmail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.com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// </a:t>
            </a:r>
            <a:r>
              <a:rPr lang="en-IN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P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IN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+91-86103-31954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40000" y="2703785"/>
            <a:ext cx="6614400" cy="165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264093"/>
                </a:solidFill>
                <a:latin typeface="Space Mono"/>
                <a:ea typeface="Space Mono"/>
                <a:cs typeface="Space Mono"/>
                <a:sym typeface="Space Mono"/>
              </a:rPr>
              <a:t>About Me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GB" sz="1200" dirty="0">
                <a:latin typeface="Space Mono" panose="020B0604020202020204" charset="0"/>
              </a:rPr>
              <a:t>Motivated student eagerly seeking entry-level opportunities to apply my skills into real-world experiences with a strong willingness to learn and contribute. Effective communicator with a collaborative mindset, ready to bring fresh perspectives and a strong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Space Mono" panose="020B0604020202020204" charset="0"/>
              </a:rPr>
              <a:t>work ethic to any team</a:t>
            </a:r>
            <a:r>
              <a:rPr lang="en-GB" sz="1600" dirty="0"/>
              <a:t>.</a:t>
            </a:r>
            <a:endParaRPr lang="en-IN" sz="1200"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}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40000" y="4571802"/>
            <a:ext cx="66144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264093"/>
                </a:solidFill>
                <a:latin typeface="Space Mono"/>
                <a:ea typeface="Space Mono"/>
                <a:cs typeface="Space Mono"/>
                <a:sym typeface="Space Mono"/>
              </a:rPr>
              <a:t>Education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ru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B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.Tech Information Technology, </a:t>
            </a:r>
            <a:r>
              <a:rPr lang="en-IN" sz="1200" dirty="0" err="1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Hindusthan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College of 	Engineering &amp; Technology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2022-Pursuing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Coimbatore</a:t>
            </a:r>
            <a:r>
              <a:rPr lang="ru" sz="12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, </a:t>
            </a:r>
            <a:r>
              <a:rPr lang="en-IN" sz="12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TN</a:t>
            </a:r>
            <a:endParaRPr sz="1200"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}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40000" y="6135318"/>
            <a:ext cx="66144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264093"/>
                </a:solidFill>
                <a:latin typeface="Space Mono"/>
                <a:ea typeface="Space Mono"/>
                <a:cs typeface="Space Mono"/>
                <a:sym typeface="Space Mono"/>
              </a:rPr>
              <a:t>Certifications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Cloud Computing, NPTEL</a:t>
            </a:r>
            <a:endParaRPr sz="1200"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>
              <a:lnSpc>
                <a:spcPct val="120000"/>
              </a:lnSpc>
            </a:pPr>
            <a:r>
              <a:rPr lang="ru" sz="12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Introduction to Database Systems, NPTEL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Tally ERP 9</a:t>
            </a:r>
          </a:p>
          <a:p>
            <a:pPr>
              <a:lnSpc>
                <a:spcPct val="120000"/>
              </a:lnSpc>
            </a:pPr>
            <a:r>
              <a:rPr lang="en-IN" sz="12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C/C++</a:t>
            </a:r>
            <a:endParaRPr sz="1200"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}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40000" y="7701714"/>
            <a:ext cx="6614400" cy="1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264093"/>
                </a:solidFill>
                <a:latin typeface="Space Mono"/>
                <a:ea typeface="Space Mono"/>
                <a:cs typeface="Space Mono"/>
                <a:sym typeface="Space Mono"/>
              </a:rPr>
              <a:t>Skills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lang="en-IN"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r>
              <a:rPr lang="en-IN" sz="14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HTML/CSS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JavaScript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Angular.JS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Flask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</a:t>
            </a:r>
          </a:p>
          <a:p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	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SQL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C/C++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 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Python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Java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</a:t>
            </a:r>
          </a:p>
          <a:p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	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VS Code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Git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   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GitHub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Tally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  <a:endParaRPr lang="en-IN" sz="1200"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}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540000" y="9154430"/>
            <a:ext cx="66144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264093"/>
                </a:solidFill>
                <a:latin typeface="Space Mono"/>
                <a:ea typeface="Space Mono"/>
                <a:cs typeface="Space Mono"/>
                <a:sym typeface="Space Mono"/>
              </a:rPr>
              <a:t>Dialects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English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Tamil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Kannada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 ”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Hindi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</a:t>
            </a:r>
            <a:endParaRPr sz="1200"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}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82671-97CC-49AA-A6CA-D6157467D3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73" t="3236" r="6090" b="1093"/>
          <a:stretch/>
        </p:blipFill>
        <p:spPr>
          <a:xfrm>
            <a:off x="874432" y="496697"/>
            <a:ext cx="907347" cy="939382"/>
          </a:xfrm>
          <a:prstGeom prst="flowChartConnector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0" y="175"/>
            <a:ext cx="27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532892" y="461488"/>
            <a:ext cx="6614400" cy="320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err="1">
                <a:solidFill>
                  <a:srgbClr val="264093"/>
                </a:solidFill>
                <a:latin typeface="Space Mono"/>
                <a:ea typeface="Space Mono"/>
                <a:cs typeface="Space Mono"/>
                <a:sym typeface="Space Mono"/>
              </a:rPr>
              <a:t>Additionals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Webinars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	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“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Artificial Intelligence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		“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Full Stack Development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		“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Internet of Things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		“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Blockchain with React.JS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		“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Embedded Systems with IOT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  <a:endParaRPr lang="en-IN" sz="1200"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	}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Platforms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lang="en-IN" sz="1200" dirty="0">
              <a:solidFill>
                <a:srgbClr val="34A936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		“</a:t>
            </a:r>
            <a:r>
              <a:rPr lang="en-IN" sz="1200" dirty="0" err="1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Linkedin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“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Unstop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		“</a:t>
            </a:r>
            <a:r>
              <a:rPr lang="en-IN" sz="1200" dirty="0" err="1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Leetcode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   “</a:t>
            </a:r>
            <a:r>
              <a:rPr lang="en-IN" sz="1200" dirty="0" err="1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Hackerrank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”</a:t>
            </a:r>
            <a:endParaRPr lang="en-IN" sz="1200"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	}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}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32892" y="3843780"/>
            <a:ext cx="6614400" cy="139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264093"/>
                </a:solidFill>
                <a:latin typeface="Space Mono"/>
                <a:ea typeface="Space Mono"/>
                <a:cs typeface="Space Mono"/>
                <a:sym typeface="Space Mono"/>
              </a:rPr>
              <a:t>Interests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Tech Savvy </a:t>
            </a:r>
            <a:r>
              <a:rPr lang="en-IN" sz="1200" dirty="0" err="1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Informations</a:t>
            </a:r>
            <a:endParaRPr lang="en-IN" sz="1200"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Problem Solving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Exploring New Technologies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Watching Anime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}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32892" y="5416346"/>
            <a:ext cx="6614400" cy="1175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264093"/>
                </a:solidFill>
                <a:latin typeface="Space Mono"/>
                <a:ea typeface="Space Mono"/>
                <a:cs typeface="Space Mono"/>
                <a:sym typeface="Space Mono"/>
              </a:rPr>
              <a:t>Links</a:t>
            </a:r>
            <a:r>
              <a:rPr lang="ru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{</a:t>
            </a:r>
            <a:endParaRPr dirty="0">
              <a:solidFill>
                <a:srgbClr val="3C3C3B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</a:t>
            </a:r>
            <a:r>
              <a:rPr lang="en-IN" sz="1200" dirty="0" err="1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Linkedin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IN" sz="1200" dirty="0">
                <a:solidFill>
                  <a:srgbClr val="933C8F"/>
                </a:solidFill>
                <a:latin typeface="Space Mono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linkedin.com/in/jegankathiravanit</a:t>
            </a:r>
            <a:endParaRPr lang="en-IN" sz="1200" dirty="0">
              <a:solidFill>
                <a:srgbClr val="933C8F"/>
              </a:solidFill>
              <a:latin typeface="Space Mono" panose="020B0604020202020204" charset="0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 panose="020B0604020202020204" charset="0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GitHub: </a:t>
            </a:r>
            <a:r>
              <a:rPr lang="en-IN" sz="1200" dirty="0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github.com/Jegan1412</a:t>
            </a:r>
            <a:endParaRPr lang="en-IN" sz="1200" dirty="0">
              <a:solidFill>
                <a:srgbClr val="933C8F"/>
              </a:solidFill>
              <a:latin typeface="Space Mono" panose="020B0604020202020204" charset="0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933C8F"/>
                </a:solidFill>
                <a:latin typeface="Space Mono" panose="020B0604020202020204" charset="0"/>
                <a:ea typeface="Space Mono"/>
                <a:cs typeface="Space Mono"/>
                <a:sym typeface="Space Mono"/>
              </a:rPr>
              <a:t>	</a:t>
            </a:r>
            <a:r>
              <a:rPr lang="en-IN" sz="1200" dirty="0">
                <a:solidFill>
                  <a:srgbClr val="34A936"/>
                </a:solidFill>
                <a:latin typeface="Space Mono"/>
                <a:ea typeface="Space Mono"/>
                <a:cs typeface="Space Mono"/>
                <a:sym typeface="Space Mono"/>
              </a:rPr>
              <a:t># : </a:t>
            </a:r>
            <a:r>
              <a:rPr lang="en-IN" sz="1200" dirty="0" err="1">
                <a:solidFill>
                  <a:srgbClr val="933C8F"/>
                </a:solidFill>
                <a:latin typeface="Space Mono"/>
                <a:ea typeface="Space Mono"/>
                <a:cs typeface="Space Mono"/>
                <a:sym typeface="Space Mon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IN" sz="1200" dirty="0">
              <a:solidFill>
                <a:srgbClr val="933C8F"/>
              </a:solidFill>
              <a:latin typeface="Space Mono" panose="020B0604020202020204" charset="0"/>
              <a:ea typeface="Space Mono"/>
              <a:cs typeface="Space Mono"/>
              <a:sym typeface="Space Mono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3C3C3B"/>
                </a:solidFill>
                <a:latin typeface="Space Mono"/>
                <a:ea typeface="Space Mono"/>
                <a:cs typeface="Space Mono"/>
                <a:sym typeface="Space Mono"/>
              </a:rPr>
              <a:t>}</a:t>
            </a:r>
            <a:endParaRPr dirty="0">
              <a:solidFill>
                <a:srgbClr val="933C8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307</Words>
  <Application>Microsoft Office PowerPoint</Application>
  <PresentationFormat>Custom</PresentationFormat>
  <Paragraphs>56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Space Mono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Jegan K</dc:creator>
  <cp:lastModifiedBy>Jegan K</cp:lastModifiedBy>
  <cp:revision>11</cp:revision>
  <dcterms:modified xsi:type="dcterms:W3CDTF">2024-07-22T06:44:24Z</dcterms:modified>
</cp:coreProperties>
</file>